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0F56B6-82D0-4D3E-962A-C4872E205C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E25A8-B250-4F60-9A7B-51CACD70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90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8A83B-1EFC-4D90-9E5E-0F6BAD5BC833}" type="datetime1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D9E06-E66A-4166-A23E-BFE54FC5FD16}" type="datetime1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3D59-C67A-470E-978C-6AF0DE209B59}" type="datetime1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411C-0E02-4688-9761-BED26F0B5CA4}" type="datetime1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62FD6-C7A6-4CF8-BA9D-3C60AA0A9ED6}" type="datetime1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79B1E-2E57-4A47-B75F-C2F9E7D468F0}" type="datetime1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D5A9-554A-4227-BFF7-F6113A59025D}" type="datetime1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D0F3-B934-4D89-ACA1-5CC44893185E}" type="datetime1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4C33-E5C4-4E73-B4F3-4BC61F2B834C}" type="datetime1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E78E7-1CC5-4AAF-B8A1-46CBC0BD2682}" type="datetime1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BC17F-3AAB-4341-8C54-5F4DC8A565AF}" type="datetime1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060F3-125B-4078-9BBA-E086B2C80930}" type="datetime1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corporate_conference_virtual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7560" y="2194560"/>
            <a:ext cx="5742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D838C2-6180-EF61-48E2-42253EDB1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357" y="115253"/>
            <a:ext cx="1291005" cy="11395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852E30-82A4-DFCB-691B-B8075E201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7B3FC-49E3-0C7C-1C2F-1BB0A44F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78ACF8-781D-F5D5-33F3-116773932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014" y="1485476"/>
            <a:ext cx="2182177" cy="21821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9304BB-F08E-7103-098E-292FA8A78719}"/>
              </a:ext>
            </a:extLst>
          </p:cNvPr>
          <p:cNvSpPr txBox="1"/>
          <p:nvPr/>
        </p:nvSpPr>
        <p:spPr>
          <a:xfrm>
            <a:off x="3413949" y="1794450"/>
            <a:ext cx="5742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 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A84BA-EDA0-D031-E310-A7E8DEE5D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76610"/>
            <a:ext cx="11365992" cy="679038"/>
          </a:xfrm>
        </p:spPr>
        <p:txBody>
          <a:bodyPr>
            <a:normAutofit fontScale="90000"/>
          </a:bodyPr>
          <a:lstStyle/>
          <a:p>
            <a:pPr algn="l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D470C-470D-8E75-7896-F36D382A7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47672"/>
            <a:ext cx="11365992" cy="44086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2BA1F-ADC5-79BC-382E-890148C8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AAC080D7-70D7-FD20-AB11-A7EFDBDA3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586" y="107468"/>
            <a:ext cx="2632087" cy="6527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A1EA20-77A3-6D8F-446F-10A26F5E8BE5}"/>
              </a:ext>
            </a:extLst>
          </p:cNvPr>
          <p:cNvSpPr/>
          <p:nvPr/>
        </p:nvSpPr>
        <p:spPr>
          <a:xfrm>
            <a:off x="0" y="782970"/>
            <a:ext cx="12192000" cy="192024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306BB6-DDBE-E236-E219-28AE7ED2D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77" y="88506"/>
            <a:ext cx="786779" cy="694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767CA7-3418-7815-9BFB-7D892ECAB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649" y="168137"/>
            <a:ext cx="1820609" cy="5314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C46748-D974-00F7-FCBC-2EC5F85C7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0293" y="34118"/>
            <a:ext cx="2492530" cy="7488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4B4873-A94E-22D2-1870-4C4B744DCC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0062" y="18288"/>
            <a:ext cx="786780" cy="80356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3971DDF-98A6-4B35-F8FA-0C605C6372EB}"/>
              </a:ext>
            </a:extLst>
          </p:cNvPr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FEA5C0-5EB5-B91D-8738-FB9B765EE364}"/>
              </a:ext>
            </a:extLst>
          </p:cNvPr>
          <p:cNvSpPr txBox="1"/>
          <p:nvPr/>
        </p:nvSpPr>
        <p:spPr>
          <a:xfrm>
            <a:off x="3206496" y="6521904"/>
            <a:ext cx="5779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Technology and Innovation Conference (TIC-2026), Malaysia</a:t>
            </a:r>
          </a:p>
        </p:txBody>
      </p:sp>
    </p:spTree>
    <p:extLst>
      <p:ext uri="{BB962C8B-B14F-4D97-AF65-F5344CB8AC3E}">
        <p14:creationId xmlns:p14="http://schemas.microsoft.com/office/powerpoint/2010/main" val="366540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2F31D-BFD0-19DF-C486-BCEDE73D5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641FD-8CF6-AF4B-702E-203DB99F5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76610"/>
            <a:ext cx="11365992" cy="679038"/>
          </a:xfrm>
        </p:spPr>
        <p:txBody>
          <a:bodyPr>
            <a:normAutofit fontScale="90000"/>
          </a:bodyPr>
          <a:lstStyle/>
          <a:p>
            <a:pPr algn="l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81E81-78E3-D7A5-AB51-B999ED7E1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47672"/>
            <a:ext cx="11365992" cy="44086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8483D-0A35-EAA5-E3B5-13FD4A5D9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BAD12DB4-048C-FBFD-CC3B-4518AA596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586" y="107468"/>
            <a:ext cx="2632087" cy="6527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401725-CE52-1A64-FD32-CED9AA6C0B99}"/>
              </a:ext>
            </a:extLst>
          </p:cNvPr>
          <p:cNvSpPr/>
          <p:nvPr/>
        </p:nvSpPr>
        <p:spPr>
          <a:xfrm>
            <a:off x="0" y="782970"/>
            <a:ext cx="12192000" cy="192024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35A4F3-49E9-FF30-C8E6-FE556A388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77" y="88506"/>
            <a:ext cx="786779" cy="694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17FF0F-CFAA-FF63-B4A4-2768E0B99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649" y="168137"/>
            <a:ext cx="1820609" cy="5314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874CFD-4EEB-8FCE-0B69-5E6FC671F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0293" y="34118"/>
            <a:ext cx="2492530" cy="7488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3BCBA5-F0A7-AE58-C5C4-2DF852E3CF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0062" y="18288"/>
            <a:ext cx="786780" cy="80356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B3D527A-B1EE-A9A7-D8E2-AFDBD507252D}"/>
              </a:ext>
            </a:extLst>
          </p:cNvPr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0BC316-A870-84E3-2A09-33CEB5035301}"/>
              </a:ext>
            </a:extLst>
          </p:cNvPr>
          <p:cNvSpPr txBox="1"/>
          <p:nvPr/>
        </p:nvSpPr>
        <p:spPr>
          <a:xfrm>
            <a:off x="3206496" y="6521904"/>
            <a:ext cx="5779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Technology and Innovation Conference (TIC-2026), Malaysia</a:t>
            </a:r>
          </a:p>
        </p:txBody>
      </p:sp>
    </p:spTree>
    <p:extLst>
      <p:ext uri="{BB962C8B-B14F-4D97-AF65-F5344CB8AC3E}">
        <p14:creationId xmlns:p14="http://schemas.microsoft.com/office/powerpoint/2010/main" val="1084997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BB2B-2B1A-5B5E-6F22-BC819A47E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74CE-A57D-2A54-FDDB-F9FA39D47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76610"/>
            <a:ext cx="11365992" cy="679038"/>
          </a:xfrm>
        </p:spPr>
        <p:txBody>
          <a:bodyPr>
            <a:normAutofit fontScale="90000"/>
          </a:bodyPr>
          <a:lstStyle/>
          <a:p>
            <a:pPr algn="l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B2F98-DD85-5BD2-090A-B8DB89FBF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47672"/>
            <a:ext cx="11365992" cy="44086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0F1C-A225-1A2A-1D52-C0674E468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758CC5FF-D437-0AA4-A961-22456A331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586" y="107468"/>
            <a:ext cx="2632087" cy="6527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3AE05E9-EA8F-F552-D872-8E61711BE850}"/>
              </a:ext>
            </a:extLst>
          </p:cNvPr>
          <p:cNvSpPr/>
          <p:nvPr/>
        </p:nvSpPr>
        <p:spPr>
          <a:xfrm>
            <a:off x="0" y="782970"/>
            <a:ext cx="12192000" cy="192024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9F920E-0EFE-E8FA-EFEB-FCE4D3BA0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77" y="88506"/>
            <a:ext cx="786779" cy="694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ACE08F-B532-0F2A-69C9-2A6BDCC31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649" y="168137"/>
            <a:ext cx="1820609" cy="5314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076DA5-E650-25CA-07F5-03F5DFBCBE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0293" y="34118"/>
            <a:ext cx="2492530" cy="7488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B06595-30D7-B7B3-47AC-D1E9299EE6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0062" y="18288"/>
            <a:ext cx="786780" cy="80356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97BA9C7-7869-D434-DF26-20BDFE503C32}"/>
              </a:ext>
            </a:extLst>
          </p:cNvPr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63849-452E-6DC0-1563-C555788797FD}"/>
              </a:ext>
            </a:extLst>
          </p:cNvPr>
          <p:cNvSpPr txBox="1"/>
          <p:nvPr/>
        </p:nvSpPr>
        <p:spPr>
          <a:xfrm>
            <a:off x="3206496" y="6521904"/>
            <a:ext cx="5779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Technology and Innovation Conference (TIC-2026), Malaysia</a:t>
            </a:r>
          </a:p>
        </p:txBody>
      </p:sp>
    </p:spTree>
    <p:extLst>
      <p:ext uri="{BB962C8B-B14F-4D97-AF65-F5344CB8AC3E}">
        <p14:creationId xmlns:p14="http://schemas.microsoft.com/office/powerpoint/2010/main" val="2345591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3A20E-8A86-E561-8B71-11D8CD214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5F3A-DD93-B607-AB10-79789474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76610"/>
            <a:ext cx="11365992" cy="679038"/>
          </a:xfrm>
        </p:spPr>
        <p:txBody>
          <a:bodyPr>
            <a:normAutofit fontScale="90000"/>
          </a:bodyPr>
          <a:lstStyle/>
          <a:p>
            <a:pPr algn="l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17746-2028-7DFC-04AC-E44D2859D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47672"/>
            <a:ext cx="11365992" cy="44086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9D511-1219-A9B5-5FAC-12CF499D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DEB1420C-D6F8-67AB-EE5C-03E67122E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586" y="107468"/>
            <a:ext cx="2632087" cy="6527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0D4540-0D03-1698-8EFF-B667C075436B}"/>
              </a:ext>
            </a:extLst>
          </p:cNvPr>
          <p:cNvSpPr/>
          <p:nvPr/>
        </p:nvSpPr>
        <p:spPr>
          <a:xfrm>
            <a:off x="0" y="782970"/>
            <a:ext cx="12192000" cy="192024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37E9BB-6A52-8FA6-C3F1-C27B53ECD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77" y="88506"/>
            <a:ext cx="786779" cy="694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48774A-1B33-CCF1-FA02-3D378F869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649" y="168137"/>
            <a:ext cx="1820609" cy="5314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B9D15A-DA1F-BDC3-F6D3-3E6FE8554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0293" y="34118"/>
            <a:ext cx="2492530" cy="7488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5BC48B-A2B6-2712-900E-FCCCC1AA07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0062" y="18288"/>
            <a:ext cx="786780" cy="80356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A9B14F8-9ACA-7841-81F4-1AEAB9457803}"/>
              </a:ext>
            </a:extLst>
          </p:cNvPr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E27AA9-A3D9-E0AC-D2B1-0034D3F6D043}"/>
              </a:ext>
            </a:extLst>
          </p:cNvPr>
          <p:cNvSpPr txBox="1"/>
          <p:nvPr/>
        </p:nvSpPr>
        <p:spPr>
          <a:xfrm>
            <a:off x="3206496" y="6521904"/>
            <a:ext cx="5779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Technology and Innovation Conference (TIC-2026), Malaysia</a:t>
            </a:r>
          </a:p>
        </p:txBody>
      </p:sp>
    </p:spTree>
    <p:extLst>
      <p:ext uri="{BB962C8B-B14F-4D97-AF65-F5344CB8AC3E}">
        <p14:creationId xmlns:p14="http://schemas.microsoft.com/office/powerpoint/2010/main" val="1250227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7DCFC-2E26-7C36-0D9C-B5BD7D9B0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D4380-2F2D-47D2-3302-393C4959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76610"/>
            <a:ext cx="11365992" cy="679038"/>
          </a:xfrm>
        </p:spPr>
        <p:txBody>
          <a:bodyPr>
            <a:normAutofit fontScale="90000"/>
          </a:bodyPr>
          <a:lstStyle/>
          <a:p>
            <a:pPr algn="l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3DB24-4592-BEC4-E024-DA5B48EA7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47672"/>
            <a:ext cx="11365992" cy="44086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8A4A4-D39D-D5A3-EFB9-E23B700B2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6B476194-EE25-F8F0-16FA-5F5DE8E7F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586" y="107468"/>
            <a:ext cx="2632087" cy="6527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DCE730-6F9B-AA6F-2FA3-B9D6439C124D}"/>
              </a:ext>
            </a:extLst>
          </p:cNvPr>
          <p:cNvSpPr/>
          <p:nvPr/>
        </p:nvSpPr>
        <p:spPr>
          <a:xfrm>
            <a:off x="0" y="782970"/>
            <a:ext cx="12192000" cy="192024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C2F619-5DC8-07D8-417C-5E8303CFD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77" y="88506"/>
            <a:ext cx="786779" cy="694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52C5C6-669C-793B-76E8-7768747EC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649" y="168137"/>
            <a:ext cx="1820609" cy="5314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284452-3B87-58CB-7716-0AA2913BE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0293" y="34118"/>
            <a:ext cx="2492530" cy="7488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548D25-D3A8-8E3E-8886-592B026EA4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0062" y="18288"/>
            <a:ext cx="786780" cy="80356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1C9525-56C1-8940-AB9E-FD2AE3154616}"/>
              </a:ext>
            </a:extLst>
          </p:cNvPr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CAAA0F-8DB2-DD62-1E8B-50FBE634C7C8}"/>
              </a:ext>
            </a:extLst>
          </p:cNvPr>
          <p:cNvSpPr txBox="1"/>
          <p:nvPr/>
        </p:nvSpPr>
        <p:spPr>
          <a:xfrm>
            <a:off x="3206496" y="6521904"/>
            <a:ext cx="5779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+mj-lt"/>
              </a:rPr>
              <a:t>Technology and Innovation Conference (TIC-2026), Malaysia</a:t>
            </a:r>
          </a:p>
        </p:txBody>
      </p:sp>
    </p:spTree>
    <p:extLst>
      <p:ext uri="{BB962C8B-B14F-4D97-AF65-F5344CB8AC3E}">
        <p14:creationId xmlns:p14="http://schemas.microsoft.com/office/powerpoint/2010/main" val="3741704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51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Nithesh Naik [MAHE-MIT]</cp:lastModifiedBy>
  <cp:revision>10</cp:revision>
  <dcterms:created xsi:type="dcterms:W3CDTF">2013-01-27T09:14:16Z</dcterms:created>
  <dcterms:modified xsi:type="dcterms:W3CDTF">2026-05-27T03:08:14Z</dcterms:modified>
  <cp:category/>
</cp:coreProperties>
</file>